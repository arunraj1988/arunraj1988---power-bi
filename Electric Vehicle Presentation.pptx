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61" r:id="rId2"/>
    <p:sldId id="260" r:id="rId3"/>
    <p:sldId id="256" r:id="rId4"/>
    <p:sldId id="257" r:id="rId5"/>
    <p:sldId id="262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40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02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77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53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493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744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947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49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81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80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1531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16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6152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101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147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99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211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u="sng" dirty="0" smtClean="0"/>
              <a:t>TABLEAU</a:t>
            </a:r>
            <a:endParaRPr lang="en-IN" u="sng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59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3892"/>
            <a:ext cx="10515600" cy="1325563"/>
          </a:xfrm>
        </p:spPr>
        <p:txBody>
          <a:bodyPr/>
          <a:lstStyle/>
          <a:p>
            <a:r>
              <a:rPr lang="en-IN" u="sng" dirty="0" smtClean="0">
                <a:solidFill>
                  <a:schemeClr val="bg1"/>
                </a:solidFill>
              </a:rPr>
              <a:t>DASHBOARD</a:t>
            </a:r>
            <a:endParaRPr lang="en-IN" u="sng" dirty="0">
              <a:solidFill>
                <a:schemeClr val="bg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244" y="2160588"/>
            <a:ext cx="6889550" cy="3881437"/>
          </a:xfrm>
        </p:spPr>
      </p:pic>
    </p:spTree>
    <p:extLst>
      <p:ext uri="{BB962C8B-B14F-4D97-AF65-F5344CB8AC3E}">
        <p14:creationId xmlns:p14="http://schemas.microsoft.com/office/powerpoint/2010/main" val="1523606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-139961" y="-1416908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</a:t>
            </a:r>
            <a:r>
              <a:rPr lang="en-US" b="0" i="0" dirty="0" smtClean="0">
                <a:solidFill>
                  <a:schemeClr val="bg1"/>
                </a:solidFill>
                <a:effectLst/>
              </a:rPr>
              <a:t>Chart : Column – Model Year;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 smtClean="0">
                <a:solidFill>
                  <a:schemeClr val="bg1"/>
                </a:solidFill>
                <a:effectLst/>
              </a:rPr>
              <a:t> Row – Total Vehicle(Line),Total Vehicle – (Area) * Dual Axis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  <a:r>
              <a:rPr lang="en-US" b="0" i="0" dirty="0" smtClean="0">
                <a:solidFill>
                  <a:schemeClr val="bg1"/>
                </a:solidFill>
                <a:effectLst/>
              </a:rPr>
              <a:t>: Column – Longitude; Row – Latitude ;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 smtClean="0">
                <a:solidFill>
                  <a:schemeClr val="bg1"/>
                </a:solidFill>
                <a:effectLst/>
              </a:rPr>
              <a:t>Details : State, Label : Total Vehicles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  <a:endParaRPr lang="en-US" b="0" i="0" dirty="0" smtClean="0">
              <a:solidFill>
                <a:schemeClr val="bg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 smtClean="0">
                <a:solidFill>
                  <a:schemeClr val="bg1"/>
                </a:solidFill>
                <a:effectLst/>
              </a:rPr>
              <a:t> Row : Make, Column : Total Vehicles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 smtClean="0">
                <a:solidFill>
                  <a:schemeClr val="bg1"/>
                </a:solidFill>
                <a:effectLst/>
              </a:rPr>
              <a:t>Filter : Make ,State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 smtClean="0">
                <a:solidFill>
                  <a:schemeClr val="bg1"/>
                </a:solidFill>
                <a:effectLst/>
              </a:rPr>
              <a:t>Parameter : Top N Min:10 Max :15; Show Parameter</a:t>
            </a:r>
            <a:endParaRPr lang="en-US" b="0" i="0" dirty="0">
              <a:solidFill>
                <a:schemeClr val="bg1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</a:t>
            </a:r>
            <a:r>
              <a:rPr lang="en-US" b="0" i="0" dirty="0" smtClean="0">
                <a:solidFill>
                  <a:schemeClr val="bg1"/>
                </a:solidFill>
                <a:effectLst/>
              </a:rPr>
              <a:t>.</a:t>
            </a:r>
            <a:endParaRPr lang="en-US" b="0" i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-139961" y="-1416908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Visualization: Pie Chart or Donut Chart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Visualization: Tree map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Description: Highlight the top 10 electric vehicle models based on the total number of vehicles, offering insights into consumer preferences and popular models in the market.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88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8CCE5-10D8-9DF8-B169-B8512FDF6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EB7190-0057-707E-58EF-C353415AFA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99348B-8DC6-8407-19BD-886EB1B5854B}"/>
              </a:ext>
            </a:extLst>
          </p:cNvPr>
          <p:cNvSpPr txBox="1"/>
          <p:nvPr/>
        </p:nvSpPr>
        <p:spPr>
          <a:xfrm>
            <a:off x="120770" y="0"/>
            <a:ext cx="7712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SOFTWARES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192EC5-AA41-2C47-2C4F-0284CCD75170}"/>
              </a:ext>
            </a:extLst>
          </p:cNvPr>
          <p:cNvSpPr txBox="1"/>
          <p:nvPr/>
        </p:nvSpPr>
        <p:spPr>
          <a:xfrm>
            <a:off x="327804" y="1366935"/>
            <a:ext cx="8648700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1. MS OFFICE/ </a:t>
            </a:r>
            <a:r>
              <a:rPr lang="en-IN" sz="2500" b="1" dirty="0" smtClean="0">
                <a:solidFill>
                  <a:srgbClr val="FFC000"/>
                </a:solidFill>
                <a:latin typeface="Century Gothic" panose="020B0502020202020204" pitchFamily="34" charset="0"/>
              </a:rPr>
              <a:t>EXCEL</a:t>
            </a:r>
            <a:endParaRPr lang="en-IN" sz="25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en-IN" sz="25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2. POWER </a:t>
            </a:r>
            <a:r>
              <a:rPr lang="en-IN" sz="2500" b="1" dirty="0" smtClean="0">
                <a:solidFill>
                  <a:srgbClr val="FFC000"/>
                </a:solidFill>
                <a:latin typeface="Century Gothic" panose="020B0502020202020204" pitchFamily="34" charset="0"/>
              </a:rPr>
              <a:t>BI</a:t>
            </a:r>
            <a:endParaRPr lang="en-IN" sz="2500" b="1" dirty="0" smtClean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en-IN" sz="2500" b="1" dirty="0" smtClean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 smtClean="0">
                <a:solidFill>
                  <a:srgbClr val="FFC000"/>
                </a:solidFill>
                <a:latin typeface="Century Gothic" panose="020B0502020202020204" pitchFamily="34" charset="0"/>
              </a:rPr>
              <a:t>3. TABLEAU</a:t>
            </a:r>
            <a:endParaRPr lang="en-IN" sz="2500" b="1" dirty="0">
              <a:solidFill>
                <a:srgbClr val="FFC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24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164</TotalTime>
  <Words>467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Trebuchet MS</vt:lpstr>
      <vt:lpstr>Wingdings 3</vt:lpstr>
      <vt:lpstr>Facet</vt:lpstr>
      <vt:lpstr>TABLEAU</vt:lpstr>
      <vt:lpstr>DASHBOARD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arunr</cp:lastModifiedBy>
  <cp:revision>17</cp:revision>
  <dcterms:created xsi:type="dcterms:W3CDTF">2024-02-05T09:30:29Z</dcterms:created>
  <dcterms:modified xsi:type="dcterms:W3CDTF">2025-10-12T04:09:17Z</dcterms:modified>
</cp:coreProperties>
</file>